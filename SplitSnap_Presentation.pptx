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20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84648" y="822960"/>
            <a:ext cx="1828800" cy="18288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84648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8531352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</a:rPr>
              <a:t>SplitSnap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5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BA3BF"/>
                </a:solidFill>
              </a:rPr>
              <a:t>AI-Powered Receipt Extraction &amp; Fair Bill Splitting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937760"/>
            <a:ext cx="2103120" cy="411480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49103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🤖 Donut VLM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937760"/>
            <a:ext cx="2103120" cy="411480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49103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⚡ FastAPI + 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4937760"/>
            <a:ext cx="2103120" cy="411480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49103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🇮🇳 Indian Receipts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937760"/>
            <a:ext cx="2103120" cy="411480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4910328"/>
            <a:ext cx="2103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🪙 Cent-Exact Splits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A3BF"/>
                </a:solidFill>
              </a:rPr>
              <a:t>Track 1 – Receipt Intelligence &amp; Bill Splitting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</a:t>
            </a:r>
            <a:r>
              <a:rPr sz="3000" b="1">
                <a:solidFill>
                  <a:srgbClr val="FF6B35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760720" cy="24688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Manual Data Entry is Painful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After every group dinner, someone has to manually type every item, price, tax, and charge — slow and error-prone.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760720" cy="24688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Splitting is Mathematically Hard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Shared items, proportional taxes, CGST/SGST, service charges, and discounts make per-person calculation genuinely complex.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86200"/>
            <a:ext cx="5760720" cy="24688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🇮🇳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Indian Receipts Are Unique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074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Indian bills have multi-column tables, mixed Hindi/English text, and GST components not handled by Western OCR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886200"/>
            <a:ext cx="5760720" cy="24688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069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63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Rounding Causes Disputes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074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Naive division creates ₹1–₹5 rounding errors across the group. Someone always pays slightly more than they should.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Our </a:t>
            </a:r>
            <a:r>
              <a:rPr sz="3000" b="1">
                <a:solidFill>
                  <a:srgbClr val="FF6B35"/>
                </a:solidFill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07592"/>
            <a:ext cx="50292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234440"/>
            <a:ext cx="6858000" cy="1188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13258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📷 Snap a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7373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Upload any receipt. Quality gate checks blur, brightness &amp; contrast.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606040"/>
            <a:ext cx="50292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5603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532888"/>
            <a:ext cx="6858000" cy="1188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262432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AI Extracts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3580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Donut VLM reads items, prices, taxes, charges — zero manual typing.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04488"/>
            <a:ext cx="50292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858768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831336"/>
            <a:ext cx="6858000" cy="1188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392277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👥 Assign &amp; Customise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33425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Assign items to people. Equal split or custom ratios per item.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202936"/>
            <a:ext cx="502920" cy="5029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157216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" y="5129784"/>
            <a:ext cx="6858000" cy="1188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88720" y="522122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Mathematically Exact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63270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BA3BF"/>
                </a:solidFill>
              </a:rPr>
              <a:t>Proportional charges + largest-remainder rounding. Every rupee accounted for.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188720"/>
            <a:ext cx="3657600" cy="5394960"/>
          </a:xfrm>
          <a:prstGeom prst="roundRect">
            <a:avLst/>
          </a:prstGeom>
          <a:solidFill>
            <a:srgbClr val="1E2235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6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BA3BF"/>
                </a:solidFill>
              </a:rPr>
              <a:t>EXTRACTED RECEIPT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691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Paneer Butter Masala ×1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16916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ECDC4"/>
                </a:solidFill>
              </a:rPr>
              <a:t>₹220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0299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Dal Makhani ×1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2029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ECDC4"/>
                </a:solidFill>
              </a:rPr>
              <a:t>₹180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368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Butter Naan ×3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2368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ECDC4"/>
                </a:solidFill>
              </a:rPr>
              <a:t>₹90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7066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Jeera Rice ×2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270662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ECDC4"/>
                </a:solidFill>
              </a:rPr>
              <a:t>₹140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60" y="3044952"/>
            <a:ext cx="3383280" cy="9144"/>
          </a:xfrm>
          <a:prstGeom prst="rect">
            <a:avLst/>
          </a:prstGeom>
          <a:solidFill>
            <a:srgbClr val="3A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3136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A3BF"/>
                </a:solidFill>
              </a:rPr>
              <a:t>CGST 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313639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BA3BF"/>
                </a:solidFill>
              </a:rPr>
              <a:t>₹56.70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34381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A3BF"/>
                </a:solidFill>
              </a:rPr>
              <a:t>SGST 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343814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BA3BF"/>
                </a:solidFill>
              </a:rPr>
              <a:t>₹56.70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37398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BA3BF"/>
                </a:solidFill>
              </a:rPr>
              <a:t>Service Charge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89920" y="3739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9BA3BF"/>
                </a:solidFill>
              </a:rPr>
              <a:t>₹63.00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66760" y="4041648"/>
            <a:ext cx="3383280" cy="9144"/>
          </a:xfrm>
          <a:prstGeom prst="rect">
            <a:avLst/>
          </a:prstGeom>
          <a:solidFill>
            <a:srgbClr val="3A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66760" y="415137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Grand Total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41513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35"/>
                </a:solidFill>
              </a:rPr>
              <a:t>₹806.40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66760" y="4608576"/>
            <a:ext cx="1051560" cy="292608"/>
          </a:xfrm>
          <a:prstGeom prst="roundRect">
            <a:avLst/>
          </a:prstGeom>
          <a:solidFill>
            <a:srgbClr val="2A150A"/>
          </a:solidFill>
          <a:ln w="6350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66760" y="4590288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C5A"/>
                </a:solidFill>
              </a:rPr>
              <a:t>👤 Navdeep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66760" y="4956048"/>
            <a:ext cx="1051560" cy="292608"/>
          </a:xfrm>
          <a:prstGeom prst="roundRect">
            <a:avLst/>
          </a:prstGeom>
          <a:solidFill>
            <a:srgbClr val="2A150A"/>
          </a:solidFill>
          <a:ln w="6350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66760" y="4937760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C5A"/>
                </a:solidFill>
              </a:rPr>
              <a:t>👤 Priya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66760" y="5303520"/>
            <a:ext cx="1051560" cy="292608"/>
          </a:xfrm>
          <a:prstGeom prst="roundRect">
            <a:avLst/>
          </a:prstGeom>
          <a:solidFill>
            <a:srgbClr val="2A150A"/>
          </a:solidFill>
          <a:ln w="6350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66760" y="5285232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8C5A"/>
                </a:solidFill>
              </a:rPr>
              <a:t>👤 Arjun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Tech </a:t>
            </a:r>
            <a:r>
              <a:rPr sz="3000" b="1">
                <a:solidFill>
                  <a:srgbClr val="FF6B35"/>
                </a:solidFill>
              </a:rPr>
              <a:t>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Donut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Fine-tuned vision-language transformer — no OCR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18688"/>
            <a:ext cx="2011680" cy="256032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8EFF"/>
                </a:solidFill>
              </a:rPr>
              <a:t>HuggingFace Transformers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28016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4447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3957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Async Python backend: /extract, /split, /health endpoints.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218688"/>
            <a:ext cx="2011680" cy="256032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6B35"/>
                </a:solidFill>
              </a:rPr>
              <a:t>Python 3.10+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28016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44475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⚛️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299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React + Vite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39572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TypeScript frontend with instant HMR, Vercel-ready.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218688"/>
            <a:ext cx="2011680" cy="256032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0" y="3200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ECDC4"/>
                </a:solidFill>
              </a:rPr>
              <a:t>TypeScript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84048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050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PyTorch + CUDA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560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GPU-accelerated inference with automatic CPU fallback.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779008"/>
            <a:ext cx="2011680" cy="256032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FF6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6363"/>
                </a:solidFill>
              </a:rPr>
              <a:t>Mixed Precision fp16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384048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400" y="40050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🖼️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OpenCV + Pillow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9560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Deskew, denoise, contrast enhance, adaptive threshold pipeline.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5779008"/>
            <a:ext cx="2011680" cy="256032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B47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4340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B47CF4"/>
                </a:solidFill>
              </a:rPr>
              <a:t>Image Pipeline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84048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0" y="4005072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5902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Vercel + 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956048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Frontend on Vercel. Source + demo video on GitHub.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5779008"/>
            <a:ext cx="2011680" cy="256032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5760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D166"/>
                </a:solidFill>
              </a:rPr>
              <a:t>CI/CD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47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System </a:t>
            </a:r>
            <a:r>
              <a:rPr sz="3000" b="1">
                <a:solidFill>
                  <a:srgbClr val="FF6B35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05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93292" y="1463040"/>
            <a:ext cx="1828800" cy="14173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93292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3292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Receipt
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3292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BA3BF"/>
                </a:solidFill>
              </a:rPr>
              <a:t>User uploads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0380" y="19202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6684" y="1463040"/>
            <a:ext cx="1828800" cy="14173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6684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6684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Quality
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6684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BA3BF"/>
                </a:solidFill>
              </a:rPr>
              <a:t>Blur · Contrast
· Resolution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3772" y="19202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0076" y="1463040"/>
            <a:ext cx="1828800" cy="14173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80076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0076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Pre-
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0076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BA3BF"/>
                </a:solidFill>
              </a:rPr>
              <a:t>Deskew · Denoise
· Enhance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27164" y="19202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3468" y="1463040"/>
            <a:ext cx="1828800" cy="1417320"/>
          </a:xfrm>
          <a:prstGeom prst="roundRect">
            <a:avLst/>
          </a:prstGeom>
          <a:solidFill>
            <a:srgbClr val="2A180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73468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3468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Donut
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3468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BA3BF"/>
                </a:solidFill>
              </a:rPr>
              <a:t>End-to-end
extraction →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0556" y="1920240"/>
            <a:ext cx="2926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6860" y="1463040"/>
            <a:ext cx="1828800" cy="14173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66860" y="1572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68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Validate
&amp;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686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BA3BF"/>
                </a:solidFill>
              </a:rPr>
              <a:t>Arithmetic repair
+ proportional split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" y="3246120"/>
            <a:ext cx="3566160" cy="32461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9516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BA3BF"/>
                </a:solidFill>
              </a:rPr>
              <a:t>Backend Endpoints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GET /health — device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POST /extract — receipt → 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POST /split — assignments → 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GET /app — embedded mobile UI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11396" y="3246120"/>
            <a:ext cx="3566160" cy="32461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94276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BA3BF"/>
                </a:solidFill>
              </a:rPr>
              <a:t>Model Output Schema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4276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items[ ] — name, qty, price, total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4276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charges[ ] — type + amount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4276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subtotal &amp; grand_total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94276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consistency flags + warnings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06156" y="3246120"/>
            <a:ext cx="3566160" cy="32461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89036" y="34107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BA3BF"/>
                </a:solidFill>
              </a:rPr>
              <a:t>Split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9036" y="3794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Equal or custom ratio per item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89036" y="4389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Proportional charge allocation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89036" y="4983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Largest-remainder rounding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9036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 Per-person explanation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</a:t>
            </a:r>
            <a:r>
              <a:rPr sz="3000" b="1">
                <a:solidFill>
                  <a:srgbClr val="FF6B35"/>
                </a:solidFill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8016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444752"/>
            <a:ext cx="502920" cy="502920"/>
          </a:xfrm>
          <a:prstGeom prst="roundRect">
            <a:avLst/>
          </a:prstGeom>
          <a:solidFill>
            <a:srgbClr val="6E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26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Photo Quality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Auto checks blur, brightness, contrast &amp; resolution before extraction. Prevents bad model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43400" y="1444752"/>
            <a:ext cx="502920" cy="502920"/>
          </a:xfrm>
          <a:prstGeom prst="roundRect">
            <a:avLst/>
          </a:prstGeom>
          <a:solidFill>
            <a:srgbClr val="FF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426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Zero-OCR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50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Donut processes the raw image directly — robust to unusual fonts, layouts, and poor lighting.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8016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0" y="1444752"/>
            <a:ext cx="502920" cy="502920"/>
          </a:xfrm>
          <a:prstGeom prst="roundRect">
            <a:avLst/>
          </a:prstGeom>
          <a:solidFill>
            <a:srgbClr val="8C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42646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Arithmetic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450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Every extraction validated for consistency. Conservative repair applied when totals don't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4048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7200" y="4005072"/>
            <a:ext cx="502920" cy="502920"/>
          </a:xfrm>
          <a:prstGeom prst="roundRect">
            <a:avLst/>
          </a:prstGeom>
          <a:solidFill>
            <a:srgbClr val="D4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9867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 Ratio Splitting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109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Toggle between equal and custom ratio per item. Enter weights; live % updates instantly.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84048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43400" y="4005072"/>
            <a:ext cx="502920" cy="502920"/>
          </a:xfrm>
          <a:prstGeom prst="roundRect">
            <a:avLst/>
          </a:prstGeom>
          <a:solidFill>
            <a:srgbClr val="FF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3400" y="39867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Cent-Exact Rounding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0109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Largest-remainder method guarantees sum of all shares exactly equals grand total.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3840480"/>
            <a:ext cx="3566160" cy="233172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29600" y="4005072"/>
            <a:ext cx="502920" cy="502920"/>
          </a:xfrm>
          <a:prstGeom prst="roundRect">
            <a:avLst/>
          </a:prstGeom>
          <a:solidFill>
            <a:srgbClr val="FF2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39867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🇮🇳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Indian Receipt Focus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01091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Trained on CORD + 1,000+ synthetic Indian receipts. Handles CGST/SGST, service charges.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Custom Ratio </a:t>
            </a:r>
            <a:r>
              <a:rPr sz="3000" b="1">
                <a:solidFill>
                  <a:srgbClr val="FF6B35"/>
                </a:solidFill>
              </a:rPr>
              <a:t>Splitting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BA3BF"/>
                </a:solidFill>
              </a:rPr>
              <a:t>Not every split is equal. Someone orders wine while another has water. Set custom weights per item — proportional, fair, automatic.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20240"/>
            <a:ext cx="2560320" cy="438912"/>
          </a:xfrm>
          <a:prstGeom prst="roundRect">
            <a:avLst/>
          </a:prstGeom>
          <a:solidFill>
            <a:srgbClr val="20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664208" y="1965960"/>
            <a:ext cx="1216152" cy="34747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95681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A3BF"/>
                </a:solidFill>
              </a:rPr>
              <a:t>Equal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956816"/>
            <a:ext cx="1216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Custom 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514600"/>
            <a:ext cx="7132320" cy="123444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🍷 House Red Wine ×1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243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ECDC4"/>
                </a:solidFill>
              </a:rPr>
              <a:t>₹950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3580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Navdeep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64408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2461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03580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Priya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3264408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32461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25%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35807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Arjun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3264408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291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67912"/>
            <a:ext cx="7132320" cy="123444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977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🍛 Paneer Tikka ×2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977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ECDC4"/>
                </a:solidFill>
              </a:rPr>
              <a:t>₹460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8911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Navdeep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617720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4599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645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33%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38911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Priya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51760" y="4617720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651760" y="4599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645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33%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38911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Arjun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4617720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54880" y="459943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46451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33%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221224"/>
            <a:ext cx="7132320" cy="123444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3309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🍚 Jeera Rice ×2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3309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ECDC4"/>
                </a:solidFill>
              </a:rPr>
              <a:t>₹140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74243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Navdeep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971032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59527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59984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574243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Priya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51760" y="5971032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651760" y="59527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59984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25%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5742431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BA3BF"/>
                </a:solidFill>
              </a:rPr>
              <a:t>Arjun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754880" y="5971032"/>
            <a:ext cx="548640" cy="320040"/>
          </a:xfrm>
          <a:prstGeom prst="roundRect">
            <a:avLst/>
          </a:prstGeom>
          <a:solidFill>
            <a:srgbClr val="1A1D27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754880" y="595274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59984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8C5A"/>
                </a:solidFill>
              </a:rPr>
              <a:t>25%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" y="5806440"/>
            <a:ext cx="7132320" cy="868680"/>
          </a:xfrm>
          <a:prstGeom prst="roundRect">
            <a:avLst/>
          </a:prstGeom>
          <a:solidFill>
            <a:srgbClr val="1A2826"/>
          </a:solidFill>
          <a:ln w="9525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48640" y="5870448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How it works:  Enter any positive weights → system normalises (weight ÷ sum = share) → taxes split proportionally → largest-remainder ensures exact ₹ reconciliation.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1234440"/>
            <a:ext cx="4114800" cy="5440680"/>
          </a:xfrm>
          <a:prstGeom prst="roundRect">
            <a:avLst/>
          </a:prstGeom>
          <a:solidFill>
            <a:srgbClr val="1E140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46720" y="138988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5A"/>
                </a:solidFill>
              </a:rPr>
              <a:t>💰  Final Split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1901952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Navdeep – items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41280" y="190195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</a:rPr>
              <a:t>₹712.50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224942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Navdeep – charges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224942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BA3BF"/>
                </a:solidFill>
              </a:rPr>
              <a:t>₹146.20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2596896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NAVDEEP TOTAL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41280" y="259689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35"/>
                </a:solidFill>
              </a:rPr>
              <a:t>₹858.70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46720" y="2916936"/>
            <a:ext cx="3749039" cy="9144"/>
          </a:xfrm>
          <a:prstGeom prst="rect">
            <a:avLst/>
          </a:prstGeom>
          <a:solidFill>
            <a:srgbClr val="3A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046720" y="303580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Priya – items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303580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</a:rPr>
              <a:t>₹390.83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3383280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Priya – charges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41280" y="3383280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BA3BF"/>
                </a:solidFill>
              </a:rPr>
              <a:t>₹80.12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46720" y="3730752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PRIYA TOTAL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0" y="3730752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35"/>
                </a:solidFill>
              </a:rPr>
              <a:t>₹470.95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46720" y="4050792"/>
            <a:ext cx="3749039" cy="9144"/>
          </a:xfrm>
          <a:prstGeom prst="rect">
            <a:avLst/>
          </a:prstGeom>
          <a:solidFill>
            <a:srgbClr val="3A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46720" y="4169664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Arjun – items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4169664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</a:rPr>
              <a:t>₹153.33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046720" y="4517136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Arjun – charges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241280" y="4517136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 i="0">
                <a:solidFill>
                  <a:srgbClr val="9BA3BF"/>
                </a:solidFill>
              </a:rPr>
              <a:t>₹31.42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46720" y="4864608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</a:rPr>
              <a:t>ARJUN TOTAL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241280" y="4864608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6B35"/>
                </a:solidFill>
              </a:rPr>
              <a:t>₹184.75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46720" y="5184648"/>
            <a:ext cx="3749039" cy="9144"/>
          </a:xfrm>
          <a:prstGeom prst="rect">
            <a:avLst/>
          </a:prstGeom>
          <a:solidFill>
            <a:srgbClr val="3A3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046720" y="5303520"/>
            <a:ext cx="25603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ECDC4"/>
                </a:solidFill>
              </a:rPr>
              <a:t>✓  Grand Total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241280" y="5303520"/>
            <a:ext cx="155448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4ECDC4"/>
                </a:solidFill>
              </a:rPr>
              <a:t>₹1,514.40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C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Feature </a:t>
            </a:r>
            <a:r>
              <a:rPr sz="3000" b="1">
                <a:solidFill>
                  <a:srgbClr val="FF6B35"/>
                </a:solidFill>
              </a:rPr>
              <a:t>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" y="1645920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435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</a:rPr>
              <a:t>UPI Deep-Link Payments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8288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9BA3BF"/>
                </a:solidFill>
              </a:rPr>
              <a:t>Generate per-person UPI links (</a:t>
            </a:r>
            <a:r>
              <a:rPr sz="950" b="0" i="0" dirty="0" err="1">
                <a:solidFill>
                  <a:srgbClr val="9BA3BF"/>
                </a:solidFill>
              </a:rPr>
              <a:t>GPay</a:t>
            </a:r>
            <a:r>
              <a:rPr sz="950" b="0" i="0" dirty="0">
                <a:solidFill>
                  <a:srgbClr val="9BA3BF"/>
                </a:solidFill>
              </a:rPr>
              <a:t>, Paytm, PhonePe) — settle in one tap.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91072" y="1645920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43560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WhatsApp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18288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One-tap share of the full split as a formatted WhatsApp message.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605119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" y="2925159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" y="29068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71484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Multi-Receipt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108039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Merge multiple receipts (dinner + bar + cab) and split all in one session.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605119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91072" y="2925159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290687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2714847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Real-Time Collaboration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3108039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WebSocket live sessions — everyone assigns their own items simultaneously.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884358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38912" y="4204398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418611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399408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Split History &amp;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" y="438727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Track group expenses, see running balances, and generate settlement summaries.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884358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91072" y="4204398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91072" y="418611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76288" y="399408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Multi-Language Receipts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288" y="4387278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BA3BF"/>
                </a:solidFill>
              </a:rPr>
              <a:t>Extend training to Hindi, Tamil, Telugu, and other regional Indian scripts.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5161082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38912" y="5481122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912" y="546283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27081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Model Confidence UI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" y="57150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9BA3BF"/>
                </a:solidFill>
              </a:rPr>
              <a:t>Surface extraction confidence scores — highlight low-confidence items for review.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161082"/>
            <a:ext cx="5486400" cy="1098201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91072" y="5481122"/>
            <a:ext cx="457200" cy="457200"/>
          </a:xfrm>
          <a:prstGeom prst="roundRect">
            <a:avLst/>
          </a:prstGeom>
          <a:solidFill>
            <a:srgbClr val="1A223A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91072" y="546283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8E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288" y="527081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Native Mobile App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717516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9BA3BF"/>
                </a:solidFill>
              </a:rPr>
              <a:t>React Native app with in-app camera, gallery, offline mode, and push reminders.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457200"/>
            <a:ext cx="502920" cy="502920"/>
          </a:xfrm>
          <a:prstGeom prst="roundRect">
            <a:avLst/>
          </a:prstGeom>
          <a:solidFill>
            <a:srgbClr val="2D3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Why It </a:t>
            </a:r>
            <a:r>
              <a:rPr sz="3000" b="1">
                <a:solidFill>
                  <a:srgbClr val="FF6B35"/>
                </a:solidFill>
              </a:rPr>
              <a:t>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BA3BF"/>
                </a:solidFill>
              </a:rP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2651760" cy="17830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490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B35"/>
                </a:solidFill>
              </a:rPr>
              <a:t>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945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A3BF"/>
                </a:solidFill>
              </a:rPr>
              <a:t>Manual typing required
for any receipt item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325880"/>
            <a:ext cx="2651760" cy="17830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490472"/>
            <a:ext cx="265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6B35"/>
                </a:solidFill>
              </a:rPr>
              <a:t>₹0</a:t>
            </a:r>
            <a:r>
              <a:rPr lang="en-IN" sz="3200" b="1" i="0" dirty="0">
                <a:solidFill>
                  <a:srgbClr val="FF6B35"/>
                </a:solidFill>
              </a:rPr>
              <a:t>.01</a:t>
            </a:r>
            <a:endParaRPr sz="3200" b="1" i="0" dirty="0">
              <a:solidFill>
                <a:srgbClr val="FF6B35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54680" y="2194560"/>
            <a:ext cx="2651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0" i="0" dirty="0">
                <a:solidFill>
                  <a:srgbClr val="9BA3BF"/>
                </a:solidFill>
              </a:rPr>
              <a:t>Maximum </a:t>
            </a:r>
            <a:r>
              <a:rPr sz="900" b="0" i="0" dirty="0">
                <a:solidFill>
                  <a:srgbClr val="9BA3BF"/>
                </a:solidFill>
              </a:rPr>
              <a:t>Rounding error in
any final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51760" cy="17830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1490472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6B35"/>
                </a:solidFill>
              </a:rPr>
              <a:t>512MB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945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A3BF"/>
                </a:solidFill>
              </a:rPr>
              <a:t>Minimum RAM needed
(CPU-only mode)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325880"/>
            <a:ext cx="2651760" cy="178308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23960" y="1490472"/>
            <a:ext cx="26517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FF6B35"/>
                </a:solidFill>
              </a:rPr>
              <a:t>&lt;</a:t>
            </a:r>
            <a:r>
              <a:rPr lang="en-IN" sz="3200" b="1" i="0" dirty="0">
                <a:solidFill>
                  <a:srgbClr val="FF6B35"/>
                </a:solidFill>
              </a:rPr>
              <a:t>10</a:t>
            </a:r>
            <a:r>
              <a:rPr sz="3200" b="1" i="0" dirty="0">
                <a:solidFill>
                  <a:srgbClr val="FF6B35"/>
                </a:solidFill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1945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A3BF"/>
                </a:solidFill>
              </a:rPr>
              <a:t>End-to-end extraction
time on NVIDIA GPU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3337560"/>
            <a:ext cx="11567160" cy="1325880"/>
          </a:xfrm>
          <a:prstGeom prst="roundRect">
            <a:avLst/>
          </a:prstGeom>
          <a:solidFill>
            <a:srgbClr val="1A130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456432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i="1">
                <a:solidFill>
                  <a:srgbClr val="FFFFFF"/>
                </a:solidFill>
              </a:rPr>
              <a:t>"Every group dinner ends with the same awkward moment — someone calculating splits while the waiter waits. </a:t>
            </a:r>
            <a:r>
              <a:rPr sz="1300" b="1" i="1">
                <a:solidFill>
                  <a:srgbClr val="FF6B35"/>
                </a:solidFill>
              </a:rPr>
              <a:t>SplitSnap eliminates that moment entirely.</a:t>
            </a:r>
            <a:r>
              <a:rPr sz="1300" i="1">
                <a:solidFill>
                  <a:srgbClr val="FFFFFF"/>
                </a:solidFill>
              </a:rPr>
              <a:t> Snap, assign, split — done in seconds."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A3BF"/>
                </a:solidFill>
              </a:rPr>
              <a:t>Trained On: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846320"/>
            <a:ext cx="1536192" cy="320040"/>
          </a:xfrm>
          <a:prstGeom prst="roundRect">
            <a:avLst/>
          </a:prstGeom>
          <a:solidFill>
            <a:srgbClr val="121A35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91640" y="4828032"/>
            <a:ext cx="15361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8EFF"/>
                </a:solidFill>
              </a:rPr>
              <a:t>CORD Dataset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4992" y="4846320"/>
            <a:ext cx="1618488" cy="320040"/>
          </a:xfrm>
          <a:prstGeom prst="roundRect">
            <a:avLst/>
          </a:prstGeom>
          <a:solidFill>
            <a:srgbClr val="121A35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64992" y="4828032"/>
            <a:ext cx="1618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8EFF"/>
                </a:solidFill>
              </a:rPr>
              <a:t>SROIE Dataset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4846320"/>
            <a:ext cx="3182112" cy="320040"/>
          </a:xfrm>
          <a:prstGeom prst="roundRect">
            <a:avLst/>
          </a:prstGeom>
          <a:solidFill>
            <a:srgbClr val="121A35"/>
          </a:solidFill>
          <a:ln w="9525">
            <a:solidFill>
              <a:srgbClr val="6C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0" y="4828032"/>
            <a:ext cx="3182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C8EFF"/>
                </a:solidFill>
              </a:rPr>
              <a:t>1,000+ Synthetic Indian Receipts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A3BF"/>
                </a:solidFill>
              </a:rPr>
              <a:t>Deployment: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91640" y="5349240"/>
            <a:ext cx="1865376" cy="320040"/>
          </a:xfrm>
          <a:prstGeom prst="roundRect">
            <a:avLst/>
          </a:prstGeom>
          <a:solidFill>
            <a:srgbClr val="1A1406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691640" y="5330952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5A"/>
                </a:solidFill>
              </a:rPr>
              <a:t>Frontend: Vercel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94176" y="5349240"/>
            <a:ext cx="2523744" cy="320040"/>
          </a:xfrm>
          <a:prstGeom prst="roundRect">
            <a:avLst/>
          </a:prstGeom>
          <a:solidFill>
            <a:srgbClr val="1A1406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94176" y="5330952"/>
            <a:ext cx="25237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5A"/>
                </a:solidFill>
              </a:rPr>
              <a:t>Backend: Any Python Host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5349240"/>
            <a:ext cx="2112264" cy="320040"/>
          </a:xfrm>
          <a:prstGeom prst="roundRect">
            <a:avLst/>
          </a:prstGeom>
          <a:solidFill>
            <a:srgbClr val="1A1406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5330952"/>
            <a:ext cx="21122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8C5A"/>
                </a:solidFill>
              </a:rPr>
              <a:t>Model: Google Drive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20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184648" y="502920"/>
            <a:ext cx="1371600" cy="1371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84648" y="5029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FFFFFF"/>
                </a:solidFill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45752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BA3BF"/>
                </a:solidFill>
              </a:rPr>
              <a:t>SplitSnap — Snap it. Split it. Settle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94960" cy="105156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A3BF"/>
                </a:solidFill>
              </a:rPr>
              <a:t>🐙  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361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</a:rPr>
              <a:t>github.com/Navdeep2032/CrackHeads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3931920"/>
            <a:ext cx="5394960" cy="1051560"/>
          </a:xfrm>
          <a:prstGeom prst="roundRect">
            <a:avLst/>
          </a:prstGeom>
          <a:solidFill>
            <a:srgbClr val="252836"/>
          </a:solidFill>
          <a:ln w="9525">
            <a:solidFill>
              <a:srgbClr val="3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40416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A3BF"/>
                </a:solidFill>
              </a:rPr>
              <a:t>📁  Data &amp; Model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361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5A"/>
                </a:solidFill>
              </a:rPr>
              <a:t>drive.google.com  →  CrackHeads folder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230368"/>
            <a:ext cx="1442923" cy="384048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5230368"/>
            <a:ext cx="144292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🤖 Donut VLM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97403" y="5230368"/>
            <a:ext cx="3145536" cy="384048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97403" y="5230368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⚡ FastAPI + React + TypeScript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5819" y="5230368"/>
            <a:ext cx="2428646" cy="384048"/>
          </a:xfrm>
          <a:prstGeom prst="roundRect">
            <a:avLst/>
          </a:prstGeom>
          <a:solidFill>
            <a:srgbClr val="2A150A"/>
          </a:solidFill>
          <a:ln w="9525">
            <a:solidFill>
              <a:srgbClr val="803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5819" y="5230368"/>
            <a:ext cx="242864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C5A"/>
                </a:solidFill>
              </a:rPr>
              <a:t>🎬 ShowCase.mp4 in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BA3BF"/>
                </a:solidFill>
              </a:rPr>
              <a:t>Track 1 – Receipt Intelligence &amp; Bill Splitting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1132</Words>
  <Application>Microsoft Office PowerPoint</Application>
  <PresentationFormat>Custom</PresentationFormat>
  <Paragraphs>262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NAVDEEP</cp:lastModifiedBy>
  <cp:revision>2</cp:revision>
  <dcterms:created xsi:type="dcterms:W3CDTF">2013-01-27T09:14:16Z</dcterms:created>
  <dcterms:modified xsi:type="dcterms:W3CDTF">2026-10-11T18:09:40Z</dcterms:modified>
  <cp:category/>
</cp:coreProperties>
</file>